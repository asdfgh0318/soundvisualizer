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Hemi-anechoic tolerance values of ISO 3745:2012 as printed in Winker and Stahnke 2016, Table 1 (and Kayhan 2008 p. 13): +-2.5 dB up to 630 Hz, +-2.0 dB for 800 to 5000 Hz, +-3.0 dB from 6300 Hz. They are looser than the anechoic values (+-1.5 / +-1.0 / +-1.5) used elsewhere. Bare floor = 2026-09-24/floor-no-wedges (14:05): wedges removed from the floor, the flat foam base left. A hemi-anechoic room has a reflecting floor (Nardari 2019, p. 2 describes a hemi-anechoic room whose walls and ceiling are foam-treated while the floor, a thick concrete slab, is left untreated and reflective), so this run is the nearest we have but not a true hemi test: a true one would remove the foam base as well. Method as in the colour table slide: worst microphone band-mean deviation from the arc mean, and the share of tone x microphone cells inside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65760"/>
          <a:ext cx="60350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31520"/>
                <a:gridCol w="914400"/>
                <a:gridCol w="182880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3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floor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mic, 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in 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64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DB6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7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B6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D7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07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9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17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2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97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3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CF7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B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97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9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C4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3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C2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D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18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C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C6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9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18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6300*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254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CC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18288" marB="18288" anchor="ctr">
                    <a:lnL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5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BE82"/>
                    </a:solidFill>
                  </a:tcPr>
                </a:tc>
              </a:tr>
            </a:tbl>
          </a:graphicData>
        </a:graphic>
      </p:graphicFrame>
      <p:sp>
        <p:nvSpPr>
          <p:cNvPr id="3" name="Text 0"/>
          <p:cNvSpPr txBox="1"/>
          <p:nvPr/>
        </p:nvSpPr>
        <p:spPr>
          <a:xfrm>
            <a:off x="6812280" y="411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FLOOR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12280" y="7315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hemi-anechoic ISO values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12280" y="17373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±2.5 dB up to 630 Hz, ±2.0 dB from 800 to 5000 Hz, ±3.0 dB at 6300 Hz. Colour: worst microphone as a share of the limit (yellow at the limit, red at twice).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812280" y="2606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13 bands over the limit  ·  80 % of cells in limit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error below 3 kHz: 2.05 dB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3520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floor should look in a hemi-anechoic room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38862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hemi-anechoic room has a hard, reflecting floor, for example a concrete slab, with absorbing walls and ceiling. The floor is part of the intended sound field and is not treated. Ours is different: the foam base is still on the floor, so the floor still absorbs and this test is not a true hemi-anechoic one.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355080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floor: 24 Sep 14:05, wedges off the floor, flat foam base left. * Partial bands: tones above 5 kHz only; 3–5 kHz left out because of the loudspeaker. ISO values are an analogue, not a qualification. Hemi limits: Winker &amp; Stahnke 2016, Table 1 (quoting ISO 3745:2012). Reflecting floor: Nardari 2019, p. 2.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Hemi-anechoic tolerance</dc:title>
  <dc:subject>PptxGenJS Presentation</dc:subject>
  <dc:creator>PptxGenJS</dc:creator>
  <cp:lastModifiedBy>PptxGenJS</cp:lastModifiedBy>
  <cp:revision>1</cp:revision>
  <dcterms:created xsi:type="dcterms:W3CDTF">2026-10-07T05:57:39Z</dcterms:created>
  <dcterms:modified xsi:type="dcterms:W3CDTF">2026-10-07T05:57:39Z</dcterms:modified>
</cp:coreProperties>
</file>
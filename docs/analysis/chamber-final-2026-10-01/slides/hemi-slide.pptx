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Hemi-anechoic tolerance values of ISO 3745:2012 as printed in Winker and Stahnke 2016, Table 1 (and Kayhan 2008 p. 13): +-2.5 dB up to 630 Hz, +-2.0 dB for 800 to 5000 Hz, +-3.0 dB from 6300 Hz. They are looser than the anechoic values (+-1.5 / +-1.0 / +-1.5) used elsewhere in this deck. Our floor is treated, so the anechoic row remains the stricter and primary reading; this slide shows where the room stands if judged as a hemi-anechoic one. Bare floor = 2026-09-24/floor-no-wedges (14:05, flat foam base, wedges off), carpet = 2026-09-24/chaotic-carpet (14:32), final = 2026-09-25/carpet-reordered. Bare floor and carpet are the same-source pair; the final state is another day. Same method as the colour table slide: worst microphone band-mean deviation from the arc mean, and the share of tone x microphone cells inside the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576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94360"/>
                <a:gridCol w="731520"/>
                <a:gridCol w="1051560"/>
                <a:gridCol w="914400"/>
                <a:gridCol w="1051560"/>
                <a:gridCol w="914400"/>
                <a:gridCol w="105156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3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floor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 on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mic,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in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mic,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in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mic,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in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5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5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0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7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8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7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8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6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A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6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2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E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7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6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3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8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8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7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F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4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8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F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D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F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3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5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F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D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B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F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F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6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F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2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9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0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6300*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C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E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254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E82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 txBox="1"/>
          <p:nvPr/>
        </p:nvSpPr>
        <p:spPr>
          <a:xfrm>
            <a:off x="8595360" y="411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595360" y="7315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hemi-anechoic ISO values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2057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±2.5 dB up to 630 Hz, ±2.0 dB from 800 to 5000 Hz, ±3.0 dB at 6300 Hz. Colour: worst microphone as a share of the limit (yellow at the limit, red at twice).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32918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over the limit (of 13)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floor 2  →  carpet 1  →  final 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limit (13 bands)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 →  93 %  →  92 %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error below 3 kHz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  →  1.32  →  1.39 dB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3550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floor: 24 Sep, wedges off the floor, flat foam base only. Carpet: same afternoon, source unmoved. Final: 25 Sep (other day, source position not documented). * Partial bands: tones above 5 kHz only; 3–5 kHz left out because of the loudspeaker. ISO values are an analogue, not a qualification. Hemi limits: Winker &amp; Stahnke 2016, Table 1 (quoting ISO 3745:2012).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Hemi-anechoic tolerance</dc:title>
  <dc:subject>PptxGenJS Presentation</dc:subject>
  <dc:creator>PptxGenJS</dc:creator>
  <cp:lastModifiedBy>PptxGenJS</cp:lastModifiedBy>
  <cp:revision>1</cp:revision>
  <dcterms:created xsi:type="dcterms:W3CDTF">2026-10-07T05:53:06Z</dcterms:created>
  <dcterms:modified xsi:type="dcterms:W3CDTF">2026-10-07T05:53:06Z</dcterms:modified>
</cp:coreProperties>
</file>
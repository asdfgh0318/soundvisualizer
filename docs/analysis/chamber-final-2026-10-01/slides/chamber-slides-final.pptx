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Bare</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7048E8"/>
          </a:solidFill>
          <a:ln w="12700">
            <a:solidFill>
              <a:srgbClr val="7048E8"/>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2F9E44"/>
          </a:solidFill>
          <a:ln w="12700">
            <a:solidFill>
              <a:srgbClr val="2F9E44"/>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F08C00"/>
          </a:solidFill>
          <a:ln w="12700">
            <a:solidFill>
              <a:srgbClr val="F08C00"/>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bare,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2026-10-07T06:19:34Z</dcterms:created>
  <dcterms:modified xsi:type="dcterms:W3CDTF">2026-10-07T06:19:34Z</dcterms:modified>
</cp:coreProperties>
</file>
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zoomed to 56-72 dB so the outline is visible; on a 0-80 dB axis the same curve looks much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zoomed to 56–72 dB.</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2026-10-06T14:44:30Z</dcterms:created>
  <dcterms:modified xsi:type="dcterms:W3CDTF">2026-10-06T14:44:30Z</dcterms:modified>
</cp:coreProperties>
</file>
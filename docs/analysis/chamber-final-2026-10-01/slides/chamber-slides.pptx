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Blue: 30 Sep, corrected files.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Bare</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bare,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2026-10-07T06:09:12Z</dcterms:created>
  <dcterms:modified xsi:type="dcterms:W3CDTF">2026-10-07T06:09:12Z</dcterms:modified>
</cp:coreProperties>
</file>
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nothing changed.</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57200" y="411480"/>
            <a:ext cx="5806440"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2026-10-06T15:34:00Z</dcterms:created>
  <dcterms:modified xsi:type="dcterms:W3CDTF">2026-10-06T15:34:00Z</dcterms:modified>
</cp:coreProperties>
</file>
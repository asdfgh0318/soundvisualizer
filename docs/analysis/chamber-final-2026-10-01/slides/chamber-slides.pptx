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11): </a:t>
            </a:r>
            <a:r>
              <a:rPr lang="en-US" sz="1400" b="1" dirty="0">
                <a:solidFill>
                  <a:srgbClr val="1F2A44"/>
                </a:solidFill>
                <a:latin typeface="Calibri" pitchFamily="34" charset="0"/>
                <a:ea typeface="Calibri" pitchFamily="34" charset="-122"/>
                <a:cs typeface="Calibri" pitchFamily="34" charset="-120"/>
              </a:rPr>
              <a:t>5 → 4</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(11 bands): </a:t>
            </a:r>
            <a:r>
              <a:rPr lang="en-US" sz="1400" b="1" dirty="0">
                <a:solidFill>
                  <a:srgbClr val="1F2A44"/>
                </a:solidFill>
                <a:latin typeface="Calibri" pitchFamily="34" charset="0"/>
                <a:ea typeface="Calibri" pitchFamily="34" charset="-122"/>
                <a:cs typeface="Calibri" pitchFamily="34" charset="-120"/>
              </a:rPr>
              <a:t>58 % → 65 %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2026-10-06T15:25:27Z</dcterms:created>
  <dcterms:modified xsi:type="dcterms:W3CDTF">2026-10-06T15:25:27Z</dcterms:modified>
</cp:coreProperties>
</file>
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6148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974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Naked</a:t>
            </a:r>
            <a:endParaRPr lang="en-US" sz="1800" dirty="0"/>
          </a:p>
        </p:txBody>
      </p:sp>
      <p:sp>
        <p:nvSpPr>
          <p:cNvPr id="8" name="Text 5"/>
          <p:cNvSpPr txBox="1"/>
          <p:nvPr/>
        </p:nvSpPr>
        <p:spPr>
          <a:xfrm>
            <a:off x="9692640" y="26974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218688"/>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1546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1546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675888"/>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6118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6118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4133088"/>
            <a:ext cx="237744" cy="237744"/>
          </a:xfrm>
          <a:prstGeom prst="ellipse">
            <a:avLst/>
          </a:prstGeom>
          <a:solidFill>
            <a:srgbClr val="D6336C"/>
          </a:solidFill>
          <a:ln w="12700">
            <a:solidFill>
              <a:srgbClr val="D6336C"/>
            </a:solidFill>
            <a:prstDash val="solid"/>
          </a:ln>
        </p:spPr>
      </p:sp>
      <p:sp>
        <p:nvSpPr>
          <p:cNvPr id="16" name="Text 13"/>
          <p:cNvSpPr txBox="1"/>
          <p:nvPr/>
        </p:nvSpPr>
        <p:spPr>
          <a:xfrm>
            <a:off x="7360920" y="40690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40690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590288"/>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5262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5262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5120640"/>
            <a:ext cx="4754880" cy="91440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At −90°, in the outflow (off the scale on the plot), all five meet at 94–98 dB. Every lined set-up reads 4.5–6.4 dB higher on average than the naked one.</a:t>
            </a:r>
            <a:endParaRPr lang="en-US" sz="1400" dirty="0"/>
          </a:p>
        </p:txBody>
      </p:sp>
      <p:sp>
        <p:nvSpPr>
          <p:cNvPr id="22" name="Text 19"/>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3" name="Text 20"/>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2026-10-06T15:38:06Z</dcterms:created>
  <dcterms:modified xsi:type="dcterms:W3CDTF">2026-10-06T15:38:06Z</dcterms:modified>
</cp:coreProperties>
</file>
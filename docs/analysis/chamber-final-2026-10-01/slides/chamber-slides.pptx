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1554480"/>
            <a:ext cx="5943600" cy="365760"/>
          </a:xfrm>
          <a:prstGeom prst="rect">
            <a:avLst/>
          </a:prstGeom>
          <a:noFill/>
          <a:ln/>
        </p:spPr>
        <p:txBody>
          <a:bodyPr wrap="square" lIns="0" tIns="0" rIns="0" bIns="0" rtlCol="0" anchor="ctr"/>
          <a:lstStyle/>
          <a:p>
            <a:pPr indent="0" marL="0">
              <a:buNone/>
            </a:pPr>
            <a:r>
              <a:rPr lang="en-US" sz="1400" b="1" spc="300" kern="0" dirty="0">
                <a:solidFill>
                  <a:srgbClr val="AFC3E3"/>
                </a:solidFill>
                <a:latin typeface="Calibri" pitchFamily="34" charset="0"/>
                <a:ea typeface="Calibri" pitchFamily="34" charset="-122"/>
                <a:cs typeface="Calibri" pitchFamily="34" charset="-120"/>
              </a:rPr>
              <a:t>CHAMBER MEASUREMENTS</a:t>
            </a:r>
            <a:endParaRPr lang="en-US" sz="1400" dirty="0"/>
          </a:p>
        </p:txBody>
      </p:sp>
      <p:sp>
        <p:nvSpPr>
          <p:cNvPr id="4" name="Text 1"/>
          <p:cNvSpPr txBox="1"/>
          <p:nvPr/>
        </p:nvSpPr>
        <p:spPr>
          <a:xfrm>
            <a:off x="5760720" y="1965960"/>
            <a:ext cx="5943600" cy="155448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Measuring a propeller in our chamber</a:t>
            </a:r>
            <a:endParaRPr lang="en-US" sz="3800" dirty="0"/>
          </a:p>
        </p:txBody>
      </p:sp>
      <p:sp>
        <p:nvSpPr>
          <p:cNvPr id="5" name="Text 2"/>
          <p:cNvSpPr txBox="1"/>
          <p:nvPr/>
        </p:nvSpPr>
        <p:spPr>
          <a:xfrm>
            <a:off x="5760720" y="3931920"/>
            <a:ext cx="5669280" cy="1188720"/>
          </a:xfrm>
          <a:prstGeom prst="rect">
            <a:avLst/>
          </a:prstGeom>
          <a:noFill/>
          <a:ln/>
        </p:spPr>
        <p:txBody>
          <a:bodyPr wrap="square" lIns="0" tIns="0" rIns="0" bIns="0" rtlCol="0" anchor="t"/>
          <a:lstStyle/>
          <a:p>
            <a:pPr indent="0" marL="0">
              <a:buNone/>
            </a:pPr>
            <a:r>
              <a:rPr lang="en-US" sz="1800" dirty="0">
                <a:solidFill>
                  <a:srgbClr val="E3E9F4"/>
                </a:solidFill>
                <a:latin typeface="Calibri" pitchFamily="34" charset="0"/>
                <a:ea typeface="Calibri" pitchFamily="34" charset="-122"/>
                <a:cs typeface="Calibri" pitchFamily="34" charset="-120"/>
              </a:rPr>
              <a:t>The current set-up: eleven microphones on a ring around the source, absorbing material on floor, ceiling and walls.</a:t>
            </a:r>
            <a:endParaRPr lang="en-US" sz="1800" dirty="0"/>
          </a:p>
        </p:txBody>
      </p:sp>
      <p:sp>
        <p:nvSpPr>
          <p:cNvPr id="6" name="Text 3"/>
          <p:cNvSpPr txBox="1"/>
          <p:nvPr/>
        </p:nvSpPr>
        <p:spPr>
          <a:xfrm>
            <a:off x="5760720" y="6355080"/>
            <a:ext cx="5669280" cy="274320"/>
          </a:xfrm>
          <a:prstGeom prst="rect">
            <a:avLst/>
          </a:prstGeom>
          <a:noFill/>
          <a:ln/>
        </p:spPr>
        <p:txBody>
          <a:bodyPr wrap="square" lIns="0" tIns="0" rIns="0" bIns="0" rtlCol="0" anchor="ctr"/>
          <a:lstStyle/>
          <a:p>
            <a:pPr indent="0" marL="0">
              <a:buNone/>
            </a:pPr>
            <a:r>
              <a:rPr lang="en-US" sz="1200" dirty="0">
                <a:solidFill>
                  <a:srgbClr val="AFC3E3"/>
                </a:solidFill>
                <a:latin typeface="Calibri" pitchFamily="34" charset="0"/>
                <a:ea typeface="Calibri" pitchFamily="34" charset="-122"/>
                <a:cs typeface="Calibri" pitchFamily="34" charset="-120"/>
              </a:rPr>
              <a:t>Photo of the final configuration, 5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2026-10-06T15:43:42Z</dcterms:created>
  <dcterms:modified xsi:type="dcterms:W3CDTF">2026-10-06T15:43:42Z</dcterms:modified>
</cp:coreProperties>
</file>
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highest band evaluated.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Below 630 Hz the error falls by 1.3 and 1.0 dB. Above 1 kHz it does not improve.</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47472">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310896">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Bands clearly over: </a:t>
            </a:r>
            <a:r>
              <a:rPr lang="en-US" sz="1400" b="1" dirty="0">
                <a:solidFill>
                  <a:srgbClr val="1F2A44"/>
                </a:solidFill>
                <a:latin typeface="Calibri" pitchFamily="34" charset="0"/>
                <a:ea typeface="Calibri" pitchFamily="34" charset="-122"/>
                <a:cs typeface="Calibri" pitchFamily="34" charset="-120"/>
              </a:rPr>
              <a:t>5 → 4</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Cells inside the limit: </a:t>
            </a:r>
            <a:r>
              <a:rPr lang="en-US" sz="1400" b="1" dirty="0">
                <a:solidFill>
                  <a:srgbClr val="1F2A44"/>
                </a:solidFill>
                <a:latin typeface="Calibri" pitchFamily="34" charset="0"/>
                <a:ea typeface="Calibri" pitchFamily="34" charset="-122"/>
                <a:cs typeface="Calibri" pitchFamily="34" charset="-120"/>
              </a:rPr>
              <a:t>58 % → 65 %</a:t>
            </a:r>
            <a:endParaRPr lang="en-US" sz="1400" dirty="0"/>
          </a:p>
        </p:txBody>
      </p:sp>
      <p:sp>
        <p:nvSpPr>
          <p:cNvPr id="16" name="Text 13"/>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ISO anechoic tolerance values used as an analogue, not a qualification of the room. Same pair as slide 4 (25 Sep). The highest band evaluated is 2500 Hz.</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2026-10-06T15:18:05Z</dcterms:created>
  <dcterms:modified xsi:type="dcterms:W3CDTF">2026-10-06T15:18:05Z</dcterms:modified>
</cp:coreProperties>
</file>
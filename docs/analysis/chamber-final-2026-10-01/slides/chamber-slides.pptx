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motor supply 7.35 V. Blue: 30 Sep, corrected files, motor supply 11.7 V.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(7.35 V against 11.7 V supply),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2026-10-07T06:07:56Z</dcterms:created>
  <dcterms:modified xsi:type="dcterms:W3CDTF">2026-10-07T06:07:56Z</dcterms:modified>
</cp:coreProperties>
</file>
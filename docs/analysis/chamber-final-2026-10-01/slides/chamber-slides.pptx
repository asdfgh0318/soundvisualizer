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Below 630 Hz the error falls by 1.3 and 1.0 dB. Above 1 kHz it does not improve.</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57200" y="411480"/>
            <a:ext cx="5806440"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6148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974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974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218688"/>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1546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1546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675888"/>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6118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6118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4133088"/>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40690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40690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590288"/>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5262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5262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5120640"/>
            <a:ext cx="4754880" cy="91440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At −90°, in the outflow, all five meet at 94–98 dB. Every lined set-up reads 4.5–6.4 dB higher on average than the naked one.</a:t>
            </a:r>
            <a:endParaRPr lang="en-US" sz="1400" dirty="0"/>
          </a:p>
        </p:txBody>
      </p:sp>
      <p:sp>
        <p:nvSpPr>
          <p:cNvPr id="22" name="Text 19"/>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a:t>
            </a:r>
            <a:endParaRPr lang="en-US" sz="1100" dirty="0"/>
          </a:p>
        </p:txBody>
      </p:sp>
      <p:sp>
        <p:nvSpPr>
          <p:cNvPr id="23" name="Text 20"/>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2026-10-06T15:32:38Z</dcterms:created>
  <dcterms:modified xsi:type="dcterms:W3CDTF">2026-10-06T15:32:38Z</dcterms:modified>
</cp:coreProperties>
</file>
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Below 630 Hz the error falls by 1.3 and 1.0 dB. Above 1 kHz it does not improve.</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2026-10-06T15:12:19Z</dcterms:created>
  <dcterms:modified xsi:type="dcterms:W3CDTF">2026-10-06T15:12:19Z</dcterms:modified>
</cp:coreProperties>
</file>